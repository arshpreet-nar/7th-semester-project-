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71bf17e8814263" /><Relationship Type="http://schemas.openxmlformats.org/officeDocument/2006/relationships/extended-properties" Target="/docProps/app.xml" Id="Ra2b15e1e3e184b79" /><Relationship Type="http://schemas.openxmlformats.org/officeDocument/2006/relationships/officeDocument" Target="/ppt/presentation.xml" Id="Rc9840aa4d35a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3b85692214a72"/>
  </p:sldMasterIdLst>
  <p:notesMasterIdLst>
    <p:notesMasterId xmlns:r="http://schemas.openxmlformats.org/officeDocument/2006/relationships" r:id="R33d04342e6644f49"/>
  </p:notesMasterIdLst>
  <p:sldIdLst>
    <p:sldId xmlns:r="http://schemas.openxmlformats.org/officeDocument/2006/relationships" id="256" r:id="Re737ae07ea034620"/>
    <p:sldId xmlns:r="http://schemas.openxmlformats.org/officeDocument/2006/relationships" id="257" r:id="Rbf80a32ac4a34ca8"/>
    <p:sldId xmlns:r="http://schemas.openxmlformats.org/officeDocument/2006/relationships" id="258" r:id="R2d722169bd5748ca"/>
    <p:sldId xmlns:r="http://schemas.openxmlformats.org/officeDocument/2006/relationships" id="259" r:id="R6b676ffbc807462c"/>
    <p:sldId xmlns:r="http://schemas.openxmlformats.org/officeDocument/2006/relationships" id="260" r:id="Rdf68f08502d24384"/>
    <p:sldId xmlns:r="http://schemas.openxmlformats.org/officeDocument/2006/relationships" id="261" r:id="Rdd3bec2fd9c54b26"/>
    <p:sldId xmlns:r="http://schemas.openxmlformats.org/officeDocument/2006/relationships" id="262" r:id="R28a340822d90405c"/>
    <p:sldId xmlns:r="http://schemas.openxmlformats.org/officeDocument/2006/relationships" id="263" r:id="R082da9ab7dd848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a6dec6f9a48f3" /><Relationship Type="http://schemas.openxmlformats.org/officeDocument/2006/relationships/slideMaster" Target="/ppt/slideMasters/slideMaster1.xml" Id="R7d63b85692214a72" /><Relationship Type="http://schemas.openxmlformats.org/officeDocument/2006/relationships/notesMaster" Target="/ppt/notesMasters/notesMaster1.xml" Id="R33d04342e6644f49" /><Relationship Type="http://schemas.openxmlformats.org/officeDocument/2006/relationships/presProps" Target="/ppt/presProps.xml" Id="R7b4c13d5ffe9429d" /><Relationship Type="http://schemas.openxmlformats.org/officeDocument/2006/relationships/tableStyles" Target="/ppt/tableStyles.xml" Id="Rd04d8e4c3d8d4467" /><Relationship Type="http://schemas.openxmlformats.org/officeDocument/2006/relationships/slide" Target="/ppt/slides/slide1.xml" Id="Re737ae07ea034620" /><Relationship Type="http://schemas.openxmlformats.org/officeDocument/2006/relationships/slide" Target="/ppt/slides/slide2.xml" Id="Rbf80a32ac4a34ca8" /><Relationship Type="http://schemas.openxmlformats.org/officeDocument/2006/relationships/slide" Target="/ppt/slides/slide3.xml" Id="R2d722169bd5748ca" /><Relationship Type="http://schemas.openxmlformats.org/officeDocument/2006/relationships/slide" Target="/ppt/slides/slide4.xml" Id="R6b676ffbc807462c" /><Relationship Type="http://schemas.openxmlformats.org/officeDocument/2006/relationships/slide" Target="/ppt/slides/slide5.xml" Id="Rdf68f08502d24384" /><Relationship Type="http://schemas.openxmlformats.org/officeDocument/2006/relationships/slide" Target="/ppt/slides/slide6.xml" Id="Rdd3bec2fd9c54b26" /><Relationship Type="http://schemas.openxmlformats.org/officeDocument/2006/relationships/slide" Target="/ppt/slides/slide7.xml" Id="R28a340822d90405c" /><Relationship Type="http://schemas.openxmlformats.org/officeDocument/2006/relationships/slide" Target="/ppt/slides/slide8.xml" Id="R082da9ab7dd8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5660777fee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51560fc29643d7" /><Relationship Type="http://schemas.openxmlformats.org/officeDocument/2006/relationships/notesMaster" Target="/ppt/notesMasters/notesMaster1.xml" Id="Re3f9b2cd71fa47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9bdd30ce74e54" /><Relationship Type="http://schemas.openxmlformats.org/officeDocument/2006/relationships/notesMaster" Target="/ppt/notesMasters/notesMaster1.xml" Id="Rc1959d1e2e3a4c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1d189560564f71" /><Relationship Type="http://schemas.openxmlformats.org/officeDocument/2006/relationships/notesMaster" Target="/ppt/notesMasters/notesMaster1.xml" Id="R29ae40518aab4c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07cd74b32f431a" /><Relationship Type="http://schemas.openxmlformats.org/officeDocument/2006/relationships/notesMaster" Target="/ppt/notesMasters/notesMaster1.xml" Id="Rb94152945efd4b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06e61a843459e" /><Relationship Type="http://schemas.openxmlformats.org/officeDocument/2006/relationships/notesMaster" Target="/ppt/notesMasters/notesMaster1.xml" Id="R95e8c07b82f34f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21ca2735ca4ec7" /><Relationship Type="http://schemas.openxmlformats.org/officeDocument/2006/relationships/notesMaster" Target="/ppt/notesMasters/notesMaster1.xml" Id="Rcbce8f8e3a5042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6df3d705be4edb" /><Relationship Type="http://schemas.openxmlformats.org/officeDocument/2006/relationships/notesMaster" Target="/ppt/notesMasters/notesMaster1.xml" Id="Rc2256080f5634c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f408947dd647fd" /><Relationship Type="http://schemas.openxmlformats.org/officeDocument/2006/relationships/notesMaster" Target="/ppt/notesMasters/notesMaster1.xml" Id="R246a7d63f1f6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dataset samples and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Image source: project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garbage_classification_model.ipynb. The notebook uses MobileNetV2, data augmentation, class weights, EarlyStopping, and ReduceLROnPlateau.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models/training_history.png. Validation dataset count comes from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Example image source: garbage_classification/testing/paper.jpg.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render.yaml, runtime.txt, .python-version, Procfile, requirements.txt,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 build log supplied for this project, render.yaml, runtime.txt, .python-version,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291462ac74a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cbe755df042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69449403a47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9c8e592d48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bc65912574b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f6128967d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0A921-8DAF-41CA-8E69-C348EA819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F5ECF8-63F7-4D86-941F-7F6F78D9C0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778E6F-DE51-4C85-BA4E-A90A180CB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D4A993-9B84-406B-A27D-F6A511DE2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01C342-01B3-41EB-94C3-1A3032773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1A2AB3-A4A8-44CB-88E0-0044723E12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D11A41-1A58-4432-AB9B-DC67D16C8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58D675-057A-48DB-8017-C1B719F122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F61FA6-9678-4FD6-B760-49318FDC2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DB68A7-E59F-4167-BDD5-CBABDA1AA6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24466b06c435e" /><Relationship Type="http://schemas.openxmlformats.org/officeDocument/2006/relationships/slideLayout" Target="/ppt/slideLayouts/slideLayout1.xml" Id="R24be106e6d204cf0" /><Relationship Type="http://schemas.openxmlformats.org/officeDocument/2006/relationships/slideLayout" Target="/ppt/slideLayouts/slideLayout2.xml" Id="R0c41eb27321443ff" /><Relationship Type="http://schemas.openxmlformats.org/officeDocument/2006/relationships/slideLayout" Target="/ppt/slideLayouts/slideLayout3.xml" Id="Rc63258d192184a6c" /><Relationship Type="http://schemas.openxmlformats.org/officeDocument/2006/relationships/slideLayout" Target="/ppt/slideLayouts/slideLayout4.xml" Id="Rb5c0a714c0e84b20" /><Relationship Type="http://schemas.openxmlformats.org/officeDocument/2006/relationships/slideLayout" Target="/ppt/slideLayouts/slideLayout5.xml" Id="Rb271cb87750c4faf" /><Relationship Type="http://schemas.openxmlformats.org/officeDocument/2006/relationships/slideLayout" Target="/ppt/slideLayouts/slideLayout6.xml" Id="Ra4cb9688fe5144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be106e6d204cf0"/>
    <p:sldLayoutId xmlns:r="http://schemas.openxmlformats.org/officeDocument/2006/relationships" id="2147483650" r:id="R0c41eb27321443ff"/>
    <p:sldLayoutId xmlns:r="http://schemas.openxmlformats.org/officeDocument/2006/relationships" id="2147483651" r:id="Rc63258d192184a6c"/>
    <p:sldLayoutId xmlns:r="http://schemas.openxmlformats.org/officeDocument/2006/relationships" id="2147483652" r:id="Rb5c0a714c0e84b20"/>
    <p:sldLayoutId xmlns:r="http://schemas.openxmlformats.org/officeDocument/2006/relationships" id="2147483653" r:id="Rb271cb87750c4faf"/>
    <p:sldLayoutId xmlns:r="http://schemas.openxmlformats.org/officeDocument/2006/relationships" id="2147483654" r:id="Ra4cb9688fe51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2b3dc73b5468d" /><Relationship Type="http://schemas.openxmlformats.org/officeDocument/2006/relationships/image" Target="/ppt/media/image.jpeg" Id="R3da01d674dbc44ea" /><Relationship Type="http://schemas.openxmlformats.org/officeDocument/2006/relationships/image" Target="/ppt/media/image2.jpeg" Id="R2e8f0b2d2ab240db" /><Relationship Type="http://schemas.openxmlformats.org/officeDocument/2006/relationships/image" Target="/ppt/media/image3.jpeg" Id="Ra32183ab7f8e48c4" /><Relationship Type="http://schemas.openxmlformats.org/officeDocument/2006/relationships/image" Target="/ppt/media/image4.jpeg" Id="R21a1cb5bef684e94" /><Relationship Type="http://schemas.openxmlformats.org/officeDocument/2006/relationships/notesSlide" Target="/ppt/notesSlides/notesSlide1.xml" Id="R99a72f95224a4d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b847196894d2b" /><Relationship Type="http://schemas.openxmlformats.org/officeDocument/2006/relationships/image" Target="/ppt/media/image5.jpeg" Id="R85b6e18e55f74487" /><Relationship Type="http://schemas.openxmlformats.org/officeDocument/2006/relationships/notesSlide" Target="/ppt/notesSlides/notesSlide2.xml" Id="R79f55904c77546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f69f0f2e44078" /><Relationship Type="http://schemas.openxmlformats.org/officeDocument/2006/relationships/chart" Target="/ppt/slides/charts/chart1.xml" Id="R5f64ebe67152492d" /><Relationship Type="http://schemas.openxmlformats.org/officeDocument/2006/relationships/notesSlide" Target="/ppt/notesSlides/notesSlide3.xml" Id="R31dd95f7e033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b30e00aca4055" /><Relationship Type="http://schemas.openxmlformats.org/officeDocument/2006/relationships/image" Target="/ppt/media/image6.jpeg" Id="R249ca22c1caf4d1e" /><Relationship Type="http://schemas.openxmlformats.org/officeDocument/2006/relationships/notesSlide" Target="/ppt/notesSlides/notesSlide4.xml" Id="Rb365e3265aa44b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7a675796f478e" /><Relationship Type="http://schemas.openxmlformats.org/officeDocument/2006/relationships/image" Target="/ppt/media/image.png" Id="R44b840b2fd444b67" /><Relationship Type="http://schemas.openxmlformats.org/officeDocument/2006/relationships/notesSlide" Target="/ppt/notesSlides/notesSlide5.xml" Id="R182f24c799da4c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197f788e14d99" /><Relationship Type="http://schemas.openxmlformats.org/officeDocument/2006/relationships/image" Target="/ppt/media/image7.jpeg" Id="R636f20aae04b4d4b" /><Relationship Type="http://schemas.openxmlformats.org/officeDocument/2006/relationships/notesSlide" Target="/ppt/notesSlides/notesSlide6.xml" Id="Rc3180c4bdaea49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a04fcc5f745dd" /><Relationship Type="http://schemas.openxmlformats.org/officeDocument/2006/relationships/notesSlide" Target="/ppt/notesSlides/notesSlide7.xml" Id="R9f5e7601a0ba47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3be43307d425e" /><Relationship Type="http://schemas.openxmlformats.org/officeDocument/2006/relationships/notesSlide" Target="/ppt/notesSlides/notesSlide8.xml" Id="Re42c6b437fd54a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159A8A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5EE"/>
        </a:solidFill>
      </c:spPr>
    </c:plotArea>
    <c:plotVisOnly val="1"/>
  </c:chart>
  <c:spPr>
    <a:solidFill xmlns:a="http://schemas.openxmlformats.org/drawingml/2006/main">
      <a:srgbClr val="F8F5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600FF-770D-49B4-9B5F-D5CB3B2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2F09C-26D4-4998-A487-A69CC609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65A5-2634-4943-8BCE-3102650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DEEP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AC5B3-3684-4409-86C2-73B5BDD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Garbage</a:t>
            </a:r>
          </a:p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3423D-F5CA-40E7-9D38-1055BE1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 classification with MobileNetV2, TensorFlow, Flask, and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E1B8D-B1D9-416D-8173-45AB6283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427C3-E285-46BD-9890-E5BBA44D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waste classes    /    15,515 images    /    94.68% validation accuracy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322FB-62D2-4D37-BD0A-448F9382D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01d674dbc44ea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335B5-3503-46A8-820B-488405E0DA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f0b2d2ab240db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24799-DDF9-4413-A0B5-B6124BEEC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183ab7f8e48c4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B5DA0-46C8-4C6A-ACED-EDA3C0348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1cb5bef684e94"/>
          <a:srcRect xmlns:a="http://schemas.openxmlformats.org/drawingml/2006/main" l="14474" t="0" r="14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102668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0FBB4-9F20-4289-9275-8FB12B0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9C6AB-E93A-44CF-A2E6-206DA841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Convert a trained waste-classification model into a usable browser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CB21E-71E4-4E32-B0A3-E592FEC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A6352-B139-469B-B1F0-5B13DF3E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project takes a user-uploaded image and identifies the most likely waste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387C-B7DA-4970-8616-EFB6EA4B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139D6-3167-4069-8530-77CDAFA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Classify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0C44E-3954-4F10-A92F-AC221BD7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Recognize 12 categories, including plastic, glass, paper, metal, shoes, and clothes.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16E9C-FAE9-495B-A46B-27DF4C66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73859-CD78-4508-831F-A968876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FF225-9026-45DE-83A3-EC25C36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Show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CDF3A-303F-4ADD-BA06-3E89D45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Return the top five predicted labels so users can judge the model's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75115-1E08-4D80-8C95-8E35E8D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D15DE-D849-4EF0-B927-E2AACFD0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394F1-0FE6-4756-8B21-9608704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Make it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4104A-EAD6-4850-87BC-F3E04E9F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Serve saved Keras models through a Flask web application that accepts common image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FCBBF-1056-40C4-8C26-BBAB8B5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DF7F7-26D8-4929-948A-1912ABDDC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6e18e55f74487"/>
          <a:srcRect xmlns:a="http://schemas.openxmlformats.org/drawingml/2006/main" l="15567" t="0" r="15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33550"/>
            <a:ext cx="409575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9CBBB-A0CA-49DE-BF3B-F838C2D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CE40A-AD89-49D2-AB50-9E3DD28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example: trash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442E2-3C3A-4E96-8970-0A85DDC4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0194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2598D-7DBB-43CA-A90D-1E6B00E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Training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046C6-7339-4BD1-8B28-82D94BF4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15,515 labelled images stored in one folder per waste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1327D-8C50-4872-AAC1-2B10096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F6040-56DD-4579-B75F-C89DF5E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classes are imbalanced. Class weights were used during training to reduce the influence of overrepresented categories.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F9D387E-631C-4A96-8BB6-996DBADB838E}"/>
              </a:ext>
            </a:extLst>
          </p:cNvPr>
          <p:cNvGraphicFramePr/>
          <p:nvPr/>
        </p:nvGraphicFramePr>
        <p:xfrm>
          <a:off xmlns:a="http://schemas.openxmlformats.org/drawingml/2006/main" x="742950" y="23431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64ebe6715249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DCDF1-EBE1-40CB-B036-65F2BAB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C29B2-F243-40EA-AFD8-97A6BF3D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AA2AE-25E0-4896-BD1A-4D7A3672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Largest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5FC39-0208-4CE6-8A1B-83A4F3C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Clothes  5,325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7EA8B-2FF9-4966-A81B-A9926B8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Smallest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C37D5-E82C-43F8-9072-4FAAD3D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Brown-glass  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FD316-FA46-4E1A-BAFF-22C77D9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20% of the dataset is reserved for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25D0F-9C23-4C71-9028-0A5AF9C0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72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37ED34-AF35-4739-9B41-0F61D8A9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Model training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F0A45-4D18-4B8B-988E-708DC47C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MobileNetV2 transfer learning with augmentation, class weighting, and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D4D3E-D3DC-40CF-A0D3-BF949880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EF466-010D-4D57-B2A0-A73DE845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0E251-A24A-41FC-97D7-83C0A9EE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E21DC-DECC-4C48-A96A-E118BF1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folders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B1F01-63A8-46A4-866E-C8757BB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12 labelled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C6F50-85F3-4FB7-A6B6-2817A58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BE2BF-C1DA-4A74-8515-EF0D0379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6CAF2-FEDE-4163-9F23-AC60B22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CFEC1-D678-4C5B-BA07-4149AE5B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BB80A-50B4-4D2E-9D84-058F302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Flip, rotation, zoom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7F959-774F-4844-B6AF-45876A6C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5C44F-EEB3-4511-A760-5D78076B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EE06E-7034-45AF-AC9D-200204D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85C35-B8BD-4F1E-8A9A-06BAF921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D71F-B3A7-49FA-98AC-6FA8FD75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ImageNet base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ABEC9-CAA3-4109-B546-FBFD7662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212C9-BEC9-4D2A-860A-C3BE4EF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2E9D7-F409-4F6F-91B3-93AE68B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58C5C-1A3E-4F7C-9059-0F51A51A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560C8-FFE7-4A65-B6C8-D890DCCF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Last layers trainable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34D99-12ED-450B-BDB2-66E30955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5CF26-9383-4761-AAC4-18C8A08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5419A-16DA-4068-903D-B5F8A10F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DD383F-94A7-4235-A925-B71470F3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Keras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2F442-9888-4DE7-9634-A92C7DE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Saved .keras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18379-48D9-4E80-B9E8-339CD08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224 x 224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935C03-EE2B-400A-95F2-C9B496D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input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6C5D5-6EF2-4BB8-92AC-C664AAF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F96AC6-8BAD-4A88-9748-5691D61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2E7EB-E9BB-4497-AE90-29A69BC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+ 5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611CD-F247-43AF-85F1-F9A6F8F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and fine-tune epochs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7646D-BB64-4A56-9770-4A41FE5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774F1-5675-4CB8-8164-02D3B18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split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D6B86D-7DE7-48F5-9A1E-9A3DE0AA2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ca22c1caf4d1e"/>
          <a:srcRect xmlns:a="http://schemas.openxmlformats.org/drawingml/2006/main" l="0" t="20120" r="0" b="20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3340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ED60A6-3AB4-4BD4-9316-CE4A3638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56739D-A0CA-4BF8-ACF3-C06AFBB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3817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12030-EFAF-4612-BF69-2B335973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C19EF-66F6-4EAE-A473-213D072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best saved model reaches 94.68% validation accuracy with a 0.172 validation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1E09A-45EF-4F4E-944E-BEBBE220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60C29-1437-4367-BD5C-0847DD551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840b2fd444b67"/>
          <a:stretch xmlns:a="http://schemas.openxmlformats.org/drawingml/2006/main"/>
        </p:blipFill>
        <p:spPr>
          <a:xfrm xmlns:a="http://schemas.openxmlformats.org/drawingml/2006/main">
            <a:off x="533400" y="2308860"/>
            <a:ext cx="6743700" cy="2697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9F16C-C8FC-43FE-A3C0-E45781BD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5E409-D371-4602-A92D-BAD4EF3D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C6B93-3F98-4D1D-BF16-1D4197FF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DB247-032E-43C7-87D9-51BE4FE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86D5D-76C4-4F53-A911-8496746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791D1-A863-4B1C-A45E-8ACB894E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3C5C3-03F6-4237-93C0-3DF9739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3,103 validation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ECAA0-ADCA-4247-AD51-985DDE98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history includes 16 recorded epochs.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5AB77-576F-43BE-9824-2CAEF289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1225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C744C-CF22-4CDE-87D3-B872D37C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Web application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EDE03-E0BB-4B24-98C1-22F0D17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Flask loads the saved model once and returns ranked probabilities for every valid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BB25B-FA85-4617-AA9E-11073B8D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CD155-BF1C-49EB-BEC1-5F76AAA36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20aae04b4d4b"/>
          <a:srcRect xmlns:a="http://schemas.openxmlformats.org/drawingml/2006/main" l="0" t="13462" r="0" b="13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2228850" cy="2895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BF22B-0B73-4DAF-865A-BC3B1483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Example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74BA4-7D2F-42B2-8C01-C45C7CB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JPG, PNG, BMP, or WEBP</a:t>
            </a:r>
          </a:p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Maximum file size: 8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7AE83-2BF6-4CB0-BF57-53B56B2B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56030-A2FB-4CE4-B02D-F6D6C20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521B4-A2A9-4E04-8A75-8D568B3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60AA5-6051-4E5A-9801-C5F3838D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User chooses an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D7785-AE62-40BD-8CE1-FBF1CACE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74F78-8FB1-43F5-BD40-52F1C4A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5FF47-CBD2-433A-8DE0-DFA358C0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3129F-53E4-4DC9-89F6-0DDFCC6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9C641-DB61-4831-95F1-FF40EE8E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Extension and size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69D0E-A46B-4B8A-8288-226C19F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9055E-1596-4D6C-9D5F-7F54E75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144CC-3972-4435-B7CE-76C9617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08F66-B549-4AE2-BD71-94B27B5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D24FF-E4CB-446F-8CA0-9BA470F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resize to 224 x 224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8AAE4-7F7C-4AE7-ACF9-5806A84F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4A830-D513-4283-817C-03DCA42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30577-E6B8-4343-AC21-C4271C28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A7C8E-B931-4205-83DC-916BF7B1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565F2-5D54-4077-B600-9E9EA09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Keras model returns probabilities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42368-36D6-46F8-867D-02134A1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13AE9-28DB-4648-891C-E4372637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D59D1-0E6E-4A7E-A4F9-BE304A83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97D2C-A45D-4DEA-9DA2-58B7985B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F3B2B-35B6-44D0-9FFD-888CB701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Top five labels and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CBD3F-DEB2-40BB-B9C1-A23C0B0E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app defaults to best_garbage_classifier.keras and lets the user select either saved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6F6EF-ADCA-49C3-BAFA-5334E39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782C8-3667-4961-A699-E9B3050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81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Core stack: Flask  |  TensorFlow / Keras  |  Pillow  |  NumPy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0886A8-7D4F-4F18-A2CA-70BBEF3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3167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B8F85C-47BE-4175-804F-F8E02D83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Live deployment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2DDC0-ED7D-41F7-859A-3AE78E8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repository contains the service definition and start command for a public Python web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B52AB-FD03-406E-A94B-6D938AB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F482F-1BB7-419B-8F88-A9B60E4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15FBB-1069-4A44-9EEF-B184CE9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5DF79-EC48-4D56-A209-9BB4D3F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D1158-84C2-4A3E-873B-43D258C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Source code, models,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F400B-2996-4FEC-A4FF-FCE598C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8E75C-03D0-4F7E-9AC0-E044080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EE33-9A30-48B1-AD3D-D4E91CF2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B7420-13D8-4763-BF06-A0615A2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4DD4-C6E0-47AE-896E-BE1A1CE4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pip install -r requirements.txt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D72FD-93E6-4EFE-9426-B9A9361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5311D-5424-405C-9591-DAFAEA7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8346A-B283-4B48-8FBA-825B6A0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0C277-8D35-4570-9EF2-D28D0190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Gunicorn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A448E-8188-4FD1-88E6-0C10336D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gunicorn --bind 0.0.0.0:$PORT app:app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F3CC9-4DF2-4659-9525-E286BF6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B1490-BC9E-4DE4-9BAC-93A8541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EAC2B-189E-46BE-BBB9-74C3D12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8FF0A-94C8-4A46-BEF0-0FBBD72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Public web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7197A-1899-472E-B257-55F2C05D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Browser uploads an image for classification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07DCF-FF06-45F2-AF5D-680AD20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Deployment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CF22E-4FDF-4704-9F55-2B7CC27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render.yaml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0E2F-C3BC-475C-AA6A-4AEBA12E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Defines build command, Gunicorn start command, and Python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E245A-6DBC-4D47-8193-C994D04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runtime.txt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C929C-C9F2-44EA-B4E5-CAFBB1B4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Records Python 3.11.9 for compatible deployment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1DC34-9803-4AD1-A85A-CB90E204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.python-version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4A524-0CEC-49BE-9B6F-164AD9B3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Pins the project runtime to Python 3.11.9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33ECA1-CC73-4AEB-BD6D-B24E9AC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Procfile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48EAD-9A5D-45AE-93A5-7013144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Provides a process command for compatible hosts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2E0E7-F89C-4440-B983-9A5D37CD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4070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2FD47-EC7B-4A8A-9A22-8B00E6A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deployment issue and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93106-9686-4979-B3BE-32999470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 Python 3.11.9 because the default Python 3.14.3 build cannot install the requested TensorFlow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E4304-BD56-4BA2-952B-8A8A11EE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2A886-7634-4898-9BD8-DD00793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2CFC3-F6C5-4A13-9658-11079EC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the build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FDD24-0505-4AA2-A39C-EA9A449C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selected Python 3.14.3 by default. The package installer then reported that no compatible tensorflow&gt;=2.15 distribution was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1D2F0-19C2-48C9-994A-7BEF9400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Observed build error:</a:t>
            </a:r>
          </a:p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No matching distribution found for tensorflow&gt;=2.15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D686B-2A2B-4230-96B6-4953B2D3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314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44D10-F311-4A93-B4FC-7B587F0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Configured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BE88C-59B6-42A2-AEB5-EFD2052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1. Set the Render environment variable PYTHON_VERSION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2. Keep runtime.txt and .python-version set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3. Clear the build cache, then deploy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D2740-793F-429F-B2A2-7C206CB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7FCA2-6971-4413-A19F-46F696E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result after redeploy: Render installs TensorFlow on Python 3.11.9 and starts the Flask app with Gunicorn.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A7B2A-72FE-4155-BD19-E2CF81C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0047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2026-10-11T18:48:36.1090000Z</dcterms:created>
  <dcterms:modified xsi:type="dcterms:W3CDTF">2026-10-11T18:48:36.1090000Z</dcterms:modified>
</coreProperties>
</file>